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5BC8FA"/>
                </a:solidFill>
              </a:rPr>
              <a:t>Das große Buch vom Schlaf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Matthew Walker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0F4F8"/>
                </a:solidFill>
              </a:rPr>
              <a:t>Buchpräsentation • Kapitel 2–3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C8FA"/>
                </a:solidFill>
              </a:rPr>
              <a:t>Sachbuch • Goldmann Verlag •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795760" cy="100584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C8FA"/>
                </a:solidFill>
              </a:rPr>
              <a:t>Über den Autor: Matthew Walker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Wer steckt hinter dem Buch?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Neurowissenschaftler &amp; Schlafforscher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Professor an der UC Berkeley (Kalifornien, USA)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Direktor des Center for Human Sleep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Forscht seit über 20 Jahren zum Thema Schlaf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Sein Ziel: eine weltweite "Schlafrevolution" ausloesen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795760" cy="100584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C8FA"/>
                </a:solidFill>
              </a:rPr>
              <a:t>Worum geht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Inhalt – Kapitel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Grundfrage: Warum müssen alle Lebewesen schlafen?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Kapitel 2: Der innere Schlaf-Wach-Rhythmus (circadianer Rhythmus)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Kapitel 2: Die Rolle von Melatonin &amp; Koffein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Kapitel 3: Was ist Schlaf wirklich? – Non-REM &amp; 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Botschaft: Schlaf ist die wichtigste Gesundheitsinvestition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795760" cy="100584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C8FA"/>
                </a:solidFill>
              </a:rPr>
              <a:t>Kapitel 2: Der circadiane Rhythmus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Wie weiß unser Körper, wann er schlafen soll?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Unser Körper hat eine innere 24-Stunden-Uhr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Gesteuert durch Tageslicht → bei Dunkelheit: Melatonin-Ausschüttung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Melatonin = Signal für den Körper: Es ist Nacht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Melatonin löst NICHT den Schlaf aus – es zeigt nur die Uhrzeit 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Störungen durch: künstliches Licht, Bildschirme, Schichtarbeit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795760" cy="100584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C8FA"/>
                </a:solidFill>
              </a:rPr>
              <a:t>Kapitel 2: Koffein &amp; Schlaf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Warum macht Kaffee wach – und was passiert danach?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Im Laufe des Tages sammelt sich Adenosin im Gehirn an → macht müde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Koffein blockiert die Adenosin-Rezeptoren → unterdrückt Müdigkeit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Wichtig: Koffein beseitigt die Müdigkeit NICHT – nur aufgeschoben!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Wenn Koffein abbaut → aufgestaute Müdigkeit kommt auf einmal zurück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= der bekannte "Kaffee-Absturz"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Koffein ist das am meisten konsumierte psychoaktive Mittel der Welt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795760" cy="100584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C8FA"/>
                </a:solidFill>
              </a:rPr>
              <a:t>Kapitel 3: Die Schlafphasen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Was passiert wirklich, wenn wir schlafen?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Schlaf ist KEIN passiver Zustand – das Gehirn ist hochaktiv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Non-REM-Schlaf (Tiefschlaf): Körper erholt sich, Gelerntes wird gespeichert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REM-Schlaf (Traumschlaf): emotionale Verarbeitung, Kreativität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Beide Phasen wechseln sich in 90-Minuten-Zyklen 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Beide sind unverzichtbar – keine Phase kann die andere ersetzen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Schlafmangel beschädigt BEIDE Phasen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795760" cy="100584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C8FA"/>
                </a:solidFill>
              </a:rPr>
              <a:t>Themen &amp; Botschaft des Buches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Was will uns der Autor sagen?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Thema 1: Schlaf als Grundlage der Gesundheit – nicht verhandelbar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Thema 2: Moderner Lebensstil zerstört unseren natürlichen Rhythmus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Thema 3: Koffein – unterschätztes Schlafgift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Kernbotschaft: Schlaf ist keine Schwäche – es ist biologische Notwendigkeit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Walker kaempft gegen den Mythos: "Wenig schlafen = produktiv sein"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795760" cy="100584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C8FA"/>
                </a:solidFill>
              </a:rPr>
              <a:t>Meine persönliche Meinung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Was denke ich über das Buch?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Gut lesbar trotz wissenschaftlicher Tiefe – viele Alltagsbeispiele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Lieblingspassage: die Koffein-Erklärung (Kap. 2) – hat meine Sicht verändert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Walker wirkt authentisch – er hat selbst früher zu wenig geschlafen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Wunsch: mehr praktische Tipps schon in den ersten Kapiteln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Leseempfehlung: für jeden, der zu wenig schläft oder Kaffee trinkt 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1795760" cy="100584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C8FA"/>
                </a:solidFill>
              </a:rPr>
              <a:t>Empfehlung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Würde ich das Buch weiterempfehlen?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✔  Wissenschaftlich fundiert – überzeugende Beweise aus echten Studien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✔  Verständlich geschrieben – auch ohne Vorkenntnisse gut lesbar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✔  Lebenswichtige Informationen – kann wirklich Gesundheit verbessern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✔  Geeignet für: alle, die denken, 5–6 Stunden Schlaf sind genug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✘  Manchmal zu viele Zahlen hintereinander – kann etwas trocken wirken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5B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9445752" cy="292608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BC8FA"/>
                </a:solidFill>
              </a:rPr>
              <a:t>Danke fürs Zuhören!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"Schlaf ist das maechtigste Mittel,
das wir haben, um Gehirn und Koerper zu erneuern."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C8FA"/>
                </a:solidFill>
              </a:rPr>
              <a:t>– Matthew Walker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Habt ihr 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